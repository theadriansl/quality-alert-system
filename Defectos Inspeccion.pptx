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8E1DD-CDA8-47CE-8DC9-5E80D55AF41E}" v="2" dt="2022-08-26T02:29:34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2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6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0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4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0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3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9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4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8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9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03646-79E7-4316-8226-03F72849E40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108FF-ED35-4B33-8F16-9C216FDEA93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lliance_Labeling"/>
          <p:cNvSpPr txBox="1"/>
          <p:nvPr userDrawn="1"/>
        </p:nvSpPr>
        <p:spPr>
          <a:xfrm>
            <a:off x="10276552" y="6555209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</a:p>
        </p:txBody>
      </p:sp>
    </p:spTree>
    <p:extLst>
      <p:ext uri="{BB962C8B-B14F-4D97-AF65-F5344CB8AC3E}">
        <p14:creationId xmlns:p14="http://schemas.microsoft.com/office/powerpoint/2010/main" val="98630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754641" y="-240456"/>
            <a:ext cx="7025640" cy="1325563"/>
          </a:xfrm>
        </p:spPr>
        <p:txBody>
          <a:bodyPr>
            <a:normAutofit/>
          </a:bodyPr>
          <a:lstStyle/>
          <a:p>
            <a:r>
              <a:rPr lang="es-MX" sz="3600" b="1" dirty="0"/>
              <a:t>MANUAL DECLARACION ENG ROOM</a:t>
            </a:r>
            <a:endParaRPr lang="en-US" sz="3600" b="1" dirty="0"/>
          </a:p>
        </p:txBody>
      </p:sp>
      <p:sp>
        <p:nvSpPr>
          <p:cNvPr id="5" name="Oval 4"/>
          <p:cNvSpPr/>
          <p:nvPr/>
        </p:nvSpPr>
        <p:spPr>
          <a:xfrm>
            <a:off x="156754" y="733534"/>
            <a:ext cx="540397" cy="34211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36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23CA9F-8FE1-4C54-B040-B142ACDDF0CD}"/>
              </a:ext>
            </a:extLst>
          </p:cNvPr>
          <p:cNvSpPr txBox="1"/>
          <p:nvPr/>
        </p:nvSpPr>
        <p:spPr>
          <a:xfrm>
            <a:off x="694551" y="706315"/>
            <a:ext cx="1983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AIR CLEANER DUCT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" y="1175420"/>
            <a:ext cx="3845230" cy="22088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08610" y="1645921"/>
            <a:ext cx="538865" cy="3657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429202-06D3-4CA9-BDCC-F7BF4278D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112" y="1175417"/>
            <a:ext cx="3928632" cy="22088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7461" y="2403566"/>
            <a:ext cx="538865" cy="1959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777" y="1175417"/>
            <a:ext cx="3864429" cy="2208831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56754" y="3898277"/>
            <a:ext cx="540397" cy="34211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37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23CA9F-8FE1-4C54-B040-B142ACDDF0CD}"/>
              </a:ext>
            </a:extLst>
          </p:cNvPr>
          <p:cNvSpPr txBox="1"/>
          <p:nvPr/>
        </p:nvSpPr>
        <p:spPr>
          <a:xfrm>
            <a:off x="694551" y="3781471"/>
            <a:ext cx="1846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AIR CLEANER BOX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651C3F-BB84-4C29-B925-6DF43FA11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28" y="4357196"/>
            <a:ext cx="3871356" cy="237370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4112" y="4357196"/>
            <a:ext cx="3928632" cy="237370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71970" y="5110350"/>
            <a:ext cx="575733" cy="323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186645" y="5638801"/>
            <a:ext cx="613264" cy="3657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357195"/>
            <a:ext cx="3866605" cy="237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7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MANUAL DECLARACION ENG ROOM</vt:lpstr>
    </vt:vector>
  </TitlesOfParts>
  <Company>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Lopez Sosa, Angel de Jesus</dc:creator>
  <cp:keywords>Alliance;N-I;Nissan Internal</cp:keywords>
  <cp:lastModifiedBy>LA SL</cp:lastModifiedBy>
  <cp:revision>49</cp:revision>
  <dcterms:created xsi:type="dcterms:W3CDTF">2022-08-20T11:21:16Z</dcterms:created>
  <dcterms:modified xsi:type="dcterms:W3CDTF">2026-02-04T03:02:23Z</dcterms:modified>
  <cp:category>N-I</cp:category>
</cp:coreProperties>
</file>